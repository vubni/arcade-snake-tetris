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Sora Semi Bold"/>
      <p:regular r:id="rId11"/>
    </p:embeddedFont>
    <p:embeddedFont>
      <p:font typeface="Sora Semi Bold"/>
      <p:regular r:id="rId12"/>
    </p:embeddedFont>
    <p:embeddedFont>
      <p:font typeface="Sora Light"/>
      <p:regular r:id="rId13"/>
    </p:embeddedFont>
    <p:embeddedFont>
      <p:font typeface="Sora Light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668655"/>
            <a:ext cx="2297549" cy="407075"/>
          </a:xfrm>
          <a:prstGeom prst="roundRect">
            <a:avLst>
              <a:gd name="adj" fmla="val 1788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888206" y="733544"/>
            <a:ext cx="203775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ПРЕЗЕНТАЦИЯ ПРОЕКТА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162288"/>
            <a:ext cx="1260586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DA1B2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Тетрис со Змейкой:</a:t>
            </a:r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 Гибридная аркадная игра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1961555"/>
            <a:ext cx="500848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Инновационный взгляд на классику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2642711"/>
            <a:ext cx="131137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Иманаев Егор представляет проект, объединяющий две культовые аркадные игры в едином, динамичном геймплее. Это не просто переосмысление, а создание принципиально нового игрового опыта, где каждый элемент взаимодействует для достижения максимальной вовлеченности игрока.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8309" y="3926562"/>
            <a:ext cx="6448544" cy="3634383"/>
          </a:xfrm>
          <a:prstGeom prst="roundRect">
            <a:avLst>
              <a:gd name="adj" fmla="val 4026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7829" y="3926562"/>
            <a:ext cx="121920" cy="3634383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1096804" y="417361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Идея проекта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6804" y="4659749"/>
            <a:ext cx="586299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Разработать уникальный гибридный геймплей, сочетающий в себе элементы Тетриса и Змейки в одном игровом пространстве. Цель — создать свежий, захватывающий опыт для фанатов аркад.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23428" y="3926562"/>
            <a:ext cx="6448663" cy="3634383"/>
          </a:xfrm>
          <a:prstGeom prst="roundRect">
            <a:avLst>
              <a:gd name="adj" fmla="val 4026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92948" y="3926562"/>
            <a:ext cx="121920" cy="3634383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761923" y="417361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Цели и задачи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61923" y="4659749"/>
            <a:ext cx="5863114" cy="242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Реализовать одновременное управление двумя механиками.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Создать интеллектуальную систему спавна фигур для сбалансированной сложности.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Разработать интуитивно понятный интерфейс с привлекательной графикой.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Обеспечить плавный геймплей с частотой 60 FPS.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16887" y="1164669"/>
            <a:ext cx="1633180" cy="204311"/>
          </a:xfrm>
          <a:prstGeom prst="roundRect">
            <a:avLst>
              <a:gd name="adj" fmla="val 2082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2792849" y="1202650"/>
            <a:ext cx="1481257" cy="12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ТЕХНОЛОГИИ И АРХИТЕКТУРА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716887" y="1398508"/>
            <a:ext cx="4571881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Детали реализации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16887" y="1925955"/>
            <a:ext cx="9196626" cy="320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Для создания "Тетриса со Змейкой" был выбран надёжный и гибкий технологический стек, обеспечивающий стабильность и производительность игры. Архитектура приложения базируется на модульном подходе, что позволяет эффективно управлять сложной логикой взаимодействия.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01647" y="2397919"/>
            <a:ext cx="30480" cy="2336483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7" name="Text 5"/>
          <p:cNvSpPr/>
          <p:nvPr/>
        </p:nvSpPr>
        <p:spPr>
          <a:xfrm>
            <a:off x="2873931" y="2413159"/>
            <a:ext cx="1797368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Технологический стек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73931" y="2695218"/>
            <a:ext cx="2018705" cy="128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Язык: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Python 3.7+ (выбран за свою простоту и мощь).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Игровой движок: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Arcade 2.6.0+ (идеально подходит для 2D-игр на Python).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Формат сохранения: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JSON (для удобства работы с рекордами).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9788" y="2397919"/>
            <a:ext cx="30480" cy="2336483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0" name="Text 8"/>
          <p:cNvSpPr/>
          <p:nvPr/>
        </p:nvSpPr>
        <p:spPr>
          <a:xfrm>
            <a:off x="5142071" y="2413159"/>
            <a:ext cx="2018705" cy="41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Особенности реализации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42071" y="2903339"/>
            <a:ext cx="2018705" cy="176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Автоматическое позиционирование тетромино для эффективного заполнения рядов.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Динамическая сложность с 3 уровнями (скорость падения и движения).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Система штрафов и бонусов за взаимодействия объектов.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86042" y="2329934"/>
            <a:ext cx="4626293" cy="4734997"/>
          </a:xfrm>
          <a:prstGeom prst="roundRect">
            <a:avLst>
              <a:gd name="adj" fmla="val 1971"/>
            </a:avLst>
          </a:prstGeom>
          <a:solidFill>
            <a:srgbClr val="F9D2D6"/>
          </a:solidFill>
          <a:ln/>
        </p:spPr>
      </p:sp>
      <p:sp>
        <p:nvSpPr>
          <p:cNvPr id="13" name="Text 11"/>
          <p:cNvSpPr/>
          <p:nvPr/>
        </p:nvSpPr>
        <p:spPr>
          <a:xfrm>
            <a:off x="7512606" y="2403872"/>
            <a:ext cx="3466743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Структура приложения (ключевые классы)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12606" y="2695218"/>
            <a:ext cx="506373" cy="855940"/>
          </a:xfrm>
          <a:prstGeom prst="roundRect">
            <a:avLst>
              <a:gd name="adj" fmla="val 36007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70840" y="3004423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92916" y="2821781"/>
            <a:ext cx="1666042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916" y="3103840"/>
            <a:ext cx="3792855" cy="320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Основная логика и управление взаимодействием компонентов.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12606" y="3625096"/>
            <a:ext cx="506373" cy="759619"/>
          </a:xfrm>
          <a:prstGeom prst="roundRect">
            <a:avLst>
              <a:gd name="adj" fmla="val 36007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0840" y="3886200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92916" y="3751659"/>
            <a:ext cx="1666042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Snake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916" y="3982998"/>
            <a:ext cx="3792855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Управление змейкой, рост при поедании яблок.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12606" y="4407932"/>
            <a:ext cx="506373" cy="759619"/>
          </a:xfrm>
          <a:prstGeom prst="roundRect">
            <a:avLst>
              <a:gd name="adj" fmla="val 36007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70840" y="4618673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92916" y="4534495"/>
            <a:ext cx="1666042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Tetromino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92916" y="4766191"/>
            <a:ext cx="3792855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Генерация и падение фигур с умным позиционированием.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12606" y="5191125"/>
            <a:ext cx="506373" cy="855940"/>
          </a:xfrm>
          <a:prstGeom prst="roundRect">
            <a:avLst>
              <a:gd name="adj" fmla="val 36007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0840" y="5500330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92916" y="5317688"/>
            <a:ext cx="1666042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92916" y="5599748"/>
            <a:ext cx="3792855" cy="320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Спавн яблок с проверкой доступности позиций с использованием BFS.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12606" y="6121003"/>
            <a:ext cx="506373" cy="759619"/>
          </a:xfrm>
          <a:prstGeom prst="roundRect">
            <a:avLst>
              <a:gd name="adj" fmla="val 36007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0840" y="6382107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5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92916" y="6247567"/>
            <a:ext cx="1666042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Menu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92916" y="6529626"/>
            <a:ext cx="3792855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Экраны меню, выбор сложности и отображение рекордов.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7254" y="986433"/>
            <a:ext cx="1827490" cy="311706"/>
          </a:xfrm>
          <a:prstGeom prst="roundRect">
            <a:avLst>
              <a:gd name="adj" fmla="val 1908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993338" y="1039416"/>
            <a:ext cx="161532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ПРАВИЛА И ГЕЙМПЛЕЙ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7254" y="1355884"/>
            <a:ext cx="736473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Динамический игровой процесс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887254" y="2154912"/>
            <a:ext cx="12855773" cy="51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"Тетрис со Змейкой" предлагает уникальные правила и управление, обеспечивающие сбалансированный и захватывающий геймплей. Каждое действие игрока напрямую влияет на две механики, создавая постоянное напряжение и необходимость стратегического мышления.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87254" y="3097530"/>
            <a:ext cx="6355556" cy="1842492"/>
          </a:xfrm>
          <a:prstGeom prst="roundRect">
            <a:avLst>
              <a:gd name="adj" fmla="val 5955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7254" y="3074670"/>
            <a:ext cx="6355556" cy="91440"/>
          </a:xfrm>
          <a:prstGeom prst="roundRect">
            <a:avLst>
              <a:gd name="adj" fmla="val 81300"/>
            </a:avLst>
          </a:prstGeom>
          <a:solidFill>
            <a:srgbClr val="DA1B2E"/>
          </a:solidFill>
          <a:ln/>
        </p:spPr>
      </p:sp>
      <p:sp>
        <p:nvSpPr>
          <p:cNvPr id="8" name="Shape 6"/>
          <p:cNvSpPr/>
          <p:nvPr/>
        </p:nvSpPr>
        <p:spPr>
          <a:xfrm>
            <a:off x="3799582" y="2832140"/>
            <a:ext cx="530900" cy="530900"/>
          </a:xfrm>
          <a:prstGeom prst="roundRect">
            <a:avLst>
              <a:gd name="adj" fmla="val 172236"/>
            </a:avLst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3958888" y="2964894"/>
            <a:ext cx="212288" cy="26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87041" y="3539966"/>
            <a:ext cx="24264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Уникальные правила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87041" y="3917752"/>
            <a:ext cx="5955982" cy="771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+100 очков: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за яблоко или очищенную линию Тетриса.</a:t>
            </a:r>
            <a:endParaRPr lang="en-US" sz="13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−50 очков: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за раздавленное яблоко или отрубленный сегмент змейки.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87352" y="3097530"/>
            <a:ext cx="6355675" cy="1842492"/>
          </a:xfrm>
          <a:prstGeom prst="roundRect">
            <a:avLst>
              <a:gd name="adj" fmla="val 595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87352" y="3074670"/>
            <a:ext cx="6355675" cy="91440"/>
          </a:xfrm>
          <a:prstGeom prst="roundRect">
            <a:avLst>
              <a:gd name="adj" fmla="val 81300"/>
            </a:avLst>
          </a:prstGeom>
          <a:solidFill>
            <a:srgbClr val="DA1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99680" y="2832140"/>
            <a:ext cx="530900" cy="530900"/>
          </a:xfrm>
          <a:prstGeom prst="roundRect">
            <a:avLst>
              <a:gd name="adj" fmla="val 172236"/>
            </a:avLst>
          </a:prstGeom>
          <a:solidFill>
            <a:srgbClr val="DA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58986" y="2964894"/>
            <a:ext cx="212288" cy="26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587139" y="3539966"/>
            <a:ext cx="3019782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Условия завершения игры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7139" y="3917752"/>
            <a:ext cx="5956102" cy="51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Столкновение со стеной или блоками тетромино.</a:t>
            </a:r>
            <a:endParaRPr lang="en-US" sz="13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Длина змейки становится менее 3 сегментов.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7254" y="5248686"/>
            <a:ext cx="6355556" cy="1893094"/>
          </a:xfrm>
          <a:prstGeom prst="roundRect">
            <a:avLst>
              <a:gd name="adj" fmla="val 579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87254" y="5225826"/>
            <a:ext cx="6355556" cy="91440"/>
          </a:xfrm>
          <a:prstGeom prst="roundRect">
            <a:avLst>
              <a:gd name="adj" fmla="val 81300"/>
            </a:avLst>
          </a:prstGeom>
          <a:solidFill>
            <a:srgbClr val="DA1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3799582" y="4983295"/>
            <a:ext cx="530900" cy="530900"/>
          </a:xfrm>
          <a:prstGeom prst="roundRect">
            <a:avLst>
              <a:gd name="adj" fmla="val 172236"/>
            </a:avLst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3958888" y="5116050"/>
            <a:ext cx="212288" cy="26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87041" y="5691122"/>
            <a:ext cx="232886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Управление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7041" y="6068907"/>
            <a:ext cx="5955982" cy="771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WASD: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движение змейки по игровому полю.</a:t>
            </a:r>
            <a:endParaRPr lang="en-US" sz="13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Тетромино: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падают автоматически, обеспечивая постоянное давление.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87352" y="5248686"/>
            <a:ext cx="6355675" cy="1893094"/>
          </a:xfrm>
          <a:prstGeom prst="roundRect">
            <a:avLst>
              <a:gd name="adj" fmla="val 579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87352" y="5225826"/>
            <a:ext cx="6355675" cy="91440"/>
          </a:xfrm>
          <a:prstGeom prst="roundRect">
            <a:avLst>
              <a:gd name="adj" fmla="val 81300"/>
            </a:avLst>
          </a:prstGeom>
          <a:solidFill>
            <a:srgbClr val="DA1B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99680" y="4983295"/>
            <a:ext cx="530900" cy="530900"/>
          </a:xfrm>
          <a:prstGeom prst="roundRect">
            <a:avLst>
              <a:gd name="adj" fmla="val 172236"/>
            </a:avLst>
          </a:prstGeom>
          <a:solidFill>
            <a:srgbClr val="DA1B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58986" y="5116050"/>
            <a:ext cx="212288" cy="26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587139" y="5691122"/>
            <a:ext cx="299466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Параметры игрового поля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7139" y="6068907"/>
            <a:ext cx="5956102" cy="771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Размер: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15×25 клеток.</a:t>
            </a:r>
            <a:endParaRPr lang="en-US" sz="13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Размер клетки: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30×30 пикселей.</a:t>
            </a:r>
            <a:endParaRPr lang="en-US" sz="13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Частота обновления: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60 кадров/сек (FPS).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25566" y="1140262"/>
            <a:ext cx="1112044" cy="209312"/>
          </a:xfrm>
          <a:prstGeom prst="roundRect">
            <a:avLst>
              <a:gd name="adj" fmla="val 2073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2702957" y="1178957"/>
            <a:ext cx="957263" cy="131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ИТОГИ И БУДУЩЕЕ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25566" y="1380292"/>
            <a:ext cx="7325797" cy="42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A1B2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Заключение: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 Успех и перспективы развития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2625566" y="1920359"/>
            <a:ext cx="9379268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Проект "Тетрис со Змейкой" продемонстрировал возможность успешного объединения двух классических аркадных механик в единое целое. Достигнутые результаты открывают широкие возможности для дальнейшего развития и расширения функционала игры.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32578" y="2336721"/>
            <a:ext cx="4718090" cy="4752618"/>
          </a:xfrm>
          <a:prstGeom prst="roundRect">
            <a:avLst>
              <a:gd name="adj" fmla="val 1971"/>
            </a:avLst>
          </a:prstGeom>
          <a:solidFill>
            <a:srgbClr val="FFF6F7"/>
          </a:solidFill>
          <a:ln/>
        </p:spPr>
      </p:sp>
      <p:sp>
        <p:nvSpPr>
          <p:cNvPr id="7" name="Text 5"/>
          <p:cNvSpPr/>
          <p:nvPr/>
        </p:nvSpPr>
        <p:spPr>
          <a:xfrm>
            <a:off x="2661642" y="2413635"/>
            <a:ext cx="1699141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Основные выводы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61642" y="2783443"/>
            <a:ext cx="64532" cy="64532"/>
          </a:xfrm>
          <a:prstGeom prst="roundRect">
            <a:avLst>
              <a:gd name="adj" fmla="val 708486"/>
            </a:avLst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2803088" y="2712482"/>
            <a:ext cx="4318516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Успешно реализован гибридный геймплей с балансом между Змейкой и Тетрисом.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61642" y="3267075"/>
            <a:ext cx="64532" cy="64532"/>
          </a:xfrm>
          <a:prstGeom prst="roundRect">
            <a:avLst>
              <a:gd name="adj" fmla="val 708486"/>
            </a:avLst>
          </a:prstGeom>
          <a:solidFill>
            <a:srgbClr val="DA1B2E"/>
          </a:solidFill>
          <a:ln/>
        </p:spPr>
      </p:sp>
      <p:sp>
        <p:nvSpPr>
          <p:cNvPr id="11" name="Text 9"/>
          <p:cNvSpPr/>
          <p:nvPr/>
        </p:nvSpPr>
        <p:spPr>
          <a:xfrm>
            <a:off x="2803088" y="3196114"/>
            <a:ext cx="4318516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Достигнута стабильная производительность (60 FPS) на всех уровнях сложности.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61642" y="3750707"/>
            <a:ext cx="64532" cy="64532"/>
          </a:xfrm>
          <a:prstGeom prst="roundRect">
            <a:avLst>
              <a:gd name="adj" fmla="val 708486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2803088" y="3679746"/>
            <a:ext cx="4318516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Создан интуитивный интерфейс и визуально привлекательная графика.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80340" y="2413635"/>
            <a:ext cx="1912501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Перспективы развития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80340" y="2712482"/>
            <a:ext cx="129064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80340" y="2916555"/>
            <a:ext cx="4532114" cy="1524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80340" y="3011567"/>
            <a:ext cx="1699141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Мультиплеер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80340" y="3300770"/>
            <a:ext cx="453211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Добавление сетевой игры (совместной или соревновательной) для расширения взаимодействия игроков.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80340" y="3804285"/>
            <a:ext cx="129064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80340" y="4008358"/>
            <a:ext cx="4532114" cy="1524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480340" y="4103370"/>
            <a:ext cx="183773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Расширение контента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80340" y="4392573"/>
            <a:ext cx="453211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Введение новых фигур тетромино, типов бонусов и уникальных событий на поле.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80340" y="4896088"/>
            <a:ext cx="129064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80340" y="5100161"/>
            <a:ext cx="4532114" cy="1524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480340" y="5195173"/>
            <a:ext cx="191726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Улучшение атмосферы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80340" y="5484376"/>
            <a:ext cx="453211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Добавление анимированных эффектов и динамичной фоновой музыки для погружения в игровой процесс.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80340" y="5987891"/>
            <a:ext cx="129064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80340" y="6191964"/>
            <a:ext cx="4532114" cy="1524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9" name="Text 27"/>
          <p:cNvSpPr/>
          <p:nvPr/>
        </p:nvSpPr>
        <p:spPr>
          <a:xfrm>
            <a:off x="7480340" y="6286976"/>
            <a:ext cx="1867614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Мобильная адаптация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80340" y="6576179"/>
            <a:ext cx="453211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Портирование игры на мобильные платформы (Android/iOS) для расширения аудитории.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2026-01-31T12:44:13Z</dcterms:created>
  <dcterms:modified xsi:type="dcterms:W3CDTF">2026-01-31T12:44:13Z</dcterms:modified>
</cp:coreProperties>
</file>